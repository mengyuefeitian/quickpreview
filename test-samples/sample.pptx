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800000"/>
            <a:ext cx="105156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4400" dirty="0">
                <a:b/>
                <a:solidFill>
                  <a:srgbClr val="FF333333"/>
                </a:solidFill>
              </a:rPr>
              <a:t>QuickPreview PPTX 预览测试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000000"/>
            <a:ext cx="105156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800" dirty="0">
                <a:b val="0"/>
                <a:solidFill>
                  <a:srgbClr val="FF333333"/>
                </a:solidFill>
              </a:rPr>
              <a:t>第二页内容见右侧翻页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900000"/>
            <a:ext cx="105156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400" dirty="0">
                <a:b val="0"/>
                <a:solidFill>
                  <a:srgbClr val="FF333333"/>
                </a:solidFill>
              </a:rPr>
              <a:t>中文 / English / 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8200" y="800000"/>
            <a:ext cx="105156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4400" dirty="0">
                <a:b/>
                <a:solidFill>
                  <a:srgbClr val="FF333333"/>
                </a:solidFill>
              </a:rPr>
              <a:t>第二页：验证翻页能力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2000000"/>
            <a:ext cx="10515600" cy="1500000"/>
          </a:xfrm>
          <a:prstGeom prst="rect">
            <a:avLst/>
          </a:prstGeom>
          <a:noFill/>
        </p:spPr>
        <p:txBody>
          <a:bodyPr/>
          <a:lstStyle/>
          <a:p>
            <a:r>
              <a:rPr lang="zh-CN" sz="2800" dirty="0">
                <a:b val="0"/>
                <a:solidFill>
                  <a:srgbClr val="FF333333"/>
                </a:solidFill>
              </a:rPr>
              <a:t>如果你能看到这行，说明 PPTX 多页渲染正常。</a:t>
            </a:r>
          </a:p>
        </p:txBody>
      </p:sp>
    </p:spTree>
  </p:cSld>
  <p:clrMapOvr>
    <a:masterClrMapping/>
  </p:clrMapOvr>
</p:sld>
</file>